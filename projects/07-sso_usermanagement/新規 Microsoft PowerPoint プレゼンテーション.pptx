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30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F5392-DFEC-A0B5-C676-D99ED14FD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550014-7AD3-AD86-950D-124C271A6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D6F7FD-FCCA-11AC-2910-6AD656F77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20809E-A497-4181-3D7F-B06BE3BCA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977778-B7DF-74F5-27C7-635A6BF37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85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8BE64-69D5-93BE-16B9-7EFBC2532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D485FD-DC63-36C3-FA2A-33099D31E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8F64A3-9CBD-6712-F1AA-69F937C5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6AC7FF-AB62-A8D3-F093-50768F50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CE766B-FC2C-F474-7178-8F61B980E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40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4668FF-C38C-A293-FC95-73665A463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C20EB4-CCD5-02E3-72E4-1DC8BEE6E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107539-954A-50D1-A125-BD6E96A2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AB33BB-0325-C9D1-FBF8-EFFF3E7BC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7604A8-5B07-1277-1A54-2B6C36F1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658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12150A-8C32-BFB4-8D4A-EB49134E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6BF141-8944-27B0-A4EE-91DA9032A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793AF0-DBED-28F9-5361-A6CE12958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BC3443-14E0-7BE4-8D17-C06B51EB6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59DF3B-DCC1-3BD6-52CD-272ED54D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7E1563-E8A4-7E3A-3C98-94E76D8A3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741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A2EA03-BD64-AB7E-75D7-2080FD170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1A52F8-415B-6C69-17DD-C3A60674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6B70E3-03D7-DBF1-9A62-9DBB1E1CA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37014E-8C0D-31B6-559D-A3A756C39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0E65186-7BEE-F939-0352-784FF66DC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1712BE4-F056-E5A6-4214-C02D8291F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CB84FB-A13E-E817-F287-4C71CC70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67C6297-2C79-326F-BDE7-AAA6CF54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02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83B950-5943-1FE7-4754-013117AAB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E853E6-D374-5CA6-4DCF-AC981BB4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34B017D-892B-B2C9-DE42-03F1AF362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5BED00-F5B6-3CB2-4F6F-0F3305380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1151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14DE021-1E15-F64A-0B72-3BFA8072D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787D3D6-2634-9798-DE1B-7F62869E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FB030B-316E-AB55-CBD3-740AFFC5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272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88C93C-CC0D-0BD0-502A-4CA5E31A7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02A046-F579-5EA5-1FB4-2687DAEA1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FAFCB6-F1CA-56CB-AA38-63CED6A3F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1FD19A-9395-376A-E2C4-0C0F7EF26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F96A94-6FAB-A3FF-D894-2136A80C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2F61FD-4ABC-18A7-C57B-91D7B491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46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BA4F6-52A7-CDB6-8242-A0E6D0042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6699058-571B-036C-674A-3A145ABE4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E21FA9-1A0E-EA77-A60F-4870B6CB6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ACE19C-7E1F-92EE-D2C7-5EE7F02A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6EC73E-05B8-F49A-8E39-FB00AB20A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C8EB8F-60B3-64DB-5C45-5A56A395E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0358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800FBA-E4F2-C2C7-651D-1CF22F70F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DEF05DD-EE62-3C29-4751-96E4F67E7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8CCF05-0A93-F47F-3574-07552E27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82C941-5027-7D2D-51B6-25B12518B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AFAA8D-5574-A950-75BC-CEC06702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199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6254DFF-1067-4CDA-CFA1-41556159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6878B1-0014-1F39-651B-B55D95E82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378C1A-CFB9-0322-1DC9-186C15E9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A0FF68-67E0-D966-D752-33AF78CD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728C9B-68D0-6FDE-F7E0-AA70B0C3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9620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48C146F-622B-5512-0642-60F3CD11B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38BC1C-6391-2CD5-E94E-0627F79B5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361B0B-6EED-CF17-0F62-96B299DEC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207E1-7C2E-4ACC-94BD-AB5C7290B8B1}" type="datetimeFigureOut">
              <a:rPr kumimoji="1" lang="ja-JP" altLang="en-US" smtClean="0"/>
              <a:t>2026/5/2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75835B-A543-E3BE-2A2F-2F1DBF507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373B30-8FF6-4633-E124-22022829F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2668C-12DD-4091-920C-520143BD2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372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CE25EB-F337-48DE-6FD7-6A172496AE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1836F45-31E5-57A6-CB19-28B9D32A2C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147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BCAD61-3FD0-5B38-B5F7-B77209CC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60C22F-5D41-18DC-6558-350727780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- AWS IAM Identity Center</a:t>
            </a:r>
            <a:r>
              <a:rPr lang="ja-JP" altLang="en-US" dirty="0"/>
              <a:t>（旧</a:t>
            </a:r>
            <a:r>
              <a:rPr lang="en-US" altLang="ja-JP" dirty="0"/>
              <a:t>SSO</a:t>
            </a:r>
            <a:r>
              <a:rPr lang="ja-JP" altLang="en-US" dirty="0"/>
              <a:t>）を</a:t>
            </a:r>
            <a:r>
              <a:rPr lang="en-US" altLang="ja-JP" dirty="0"/>
              <a:t>Terraform</a:t>
            </a:r>
            <a:r>
              <a:rPr lang="ja-JP" altLang="en-US" dirty="0"/>
              <a:t>でコード化し、エンタープライズ基準の</a:t>
            </a:r>
            <a:r>
              <a:rPr lang="en-US" altLang="ja-JP" dirty="0"/>
              <a:t>ID</a:t>
            </a:r>
            <a:r>
              <a:rPr lang="ja-JP" altLang="en-US" dirty="0"/>
              <a:t>・アクセス管理を実現する</a:t>
            </a:r>
          </a:p>
          <a:p>
            <a:r>
              <a:rPr lang="en-US" altLang="ja-JP" dirty="0"/>
              <a:t>- </a:t>
            </a:r>
            <a:r>
              <a:rPr lang="ja-JP" altLang="en-US" dirty="0"/>
              <a:t>ロールごとの最小権限設計、ユーザー・グループ管理、権限ライフサイクル（入社・異動・退職）自動化の実践</a:t>
            </a:r>
          </a:p>
          <a:p>
            <a:r>
              <a:rPr lang="en-US" altLang="ja-JP" dirty="0"/>
              <a:t>- </a:t>
            </a:r>
            <a:r>
              <a:rPr lang="ja-JP" altLang="en-US" dirty="0"/>
              <a:t>トラブルや落とし穴も含めた実務的な知見の蓄積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6160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CF756D-91F7-0ABA-02E3-96DF516D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## </a:t>
            </a:r>
            <a:r>
              <a:rPr lang="ja-JP" altLang="en-US" b="1" dirty="0"/>
              <a:t>登場する</a:t>
            </a:r>
            <a:r>
              <a:rPr lang="en-US" altLang="ja-JP" b="1" dirty="0"/>
              <a:t>AWS</a:t>
            </a:r>
            <a:r>
              <a:rPr lang="ja-JP" altLang="en-US" b="1" dirty="0"/>
              <a:t>の主な機能・リソース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692106-346A-7D1B-104D-DBA008EA1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AWS Organizations</a:t>
            </a:r>
            <a:r>
              <a:rPr lang="ja-JP" altLang="en-US" dirty="0"/>
              <a:t>（組織管理・マルチアカウント統制）</a:t>
            </a:r>
          </a:p>
          <a:p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AWS IAM Identity Center</a:t>
            </a:r>
            <a:r>
              <a:rPr lang="ja-JP" altLang="en-US" dirty="0"/>
              <a:t>（旧</a:t>
            </a:r>
            <a:r>
              <a:rPr lang="en-US" altLang="ja-JP" dirty="0"/>
              <a:t>SSO</a:t>
            </a:r>
            <a:r>
              <a:rPr lang="ja-JP" altLang="en-US" dirty="0"/>
              <a:t>）</a:t>
            </a:r>
          </a:p>
          <a:p>
            <a:r>
              <a:rPr lang="ja-JP" altLang="en-US" dirty="0"/>
              <a:t>    </a:t>
            </a:r>
            <a:r>
              <a:rPr lang="en-US" altLang="ja-JP" dirty="0"/>
              <a:t>-</a:t>
            </a:r>
            <a:r>
              <a:rPr lang="ja-JP" altLang="en-US" dirty="0"/>
              <a:t> ユーザー（</a:t>
            </a:r>
            <a:r>
              <a:rPr lang="en-US" altLang="ja-JP" dirty="0"/>
              <a:t>Identity Center Directory</a:t>
            </a:r>
            <a:r>
              <a:rPr lang="ja-JP" altLang="en-US" dirty="0"/>
              <a:t>内の</a:t>
            </a:r>
            <a:r>
              <a:rPr lang="en-US" altLang="ja-JP" dirty="0"/>
              <a:t>ID</a:t>
            </a:r>
            <a:r>
              <a:rPr lang="ja-JP" altLang="en-US" dirty="0"/>
              <a:t>）</a:t>
            </a:r>
          </a:p>
          <a:p>
            <a:r>
              <a:rPr lang="ja-JP" altLang="en-US" dirty="0"/>
              <a:t>    </a:t>
            </a:r>
            <a:r>
              <a:rPr lang="en-US" altLang="ja-JP" dirty="0"/>
              <a:t>-</a:t>
            </a:r>
            <a:r>
              <a:rPr lang="ja-JP" altLang="en-US" dirty="0"/>
              <a:t> グループ（ユーザーをまとめる単位）</a:t>
            </a:r>
          </a:p>
          <a:p>
            <a:r>
              <a:rPr lang="ja-JP" altLang="en-US" dirty="0"/>
              <a:t>    </a:t>
            </a:r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Permission Set</a:t>
            </a:r>
            <a:r>
              <a:rPr lang="ja-JP" altLang="en-US" dirty="0"/>
              <a:t>（</a:t>
            </a:r>
            <a:r>
              <a:rPr lang="en-US" altLang="ja-JP" dirty="0"/>
              <a:t>AWS</a:t>
            </a:r>
            <a:r>
              <a:rPr lang="ja-JP" altLang="en-US" dirty="0"/>
              <a:t>リソースへの権限テンプレート）</a:t>
            </a:r>
          </a:p>
          <a:p>
            <a:r>
              <a:rPr lang="ja-JP" altLang="en-US" dirty="0"/>
              <a:t>    </a:t>
            </a:r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Account Assignment</a:t>
            </a:r>
            <a:r>
              <a:rPr lang="ja-JP" altLang="en-US" dirty="0"/>
              <a:t>（ユーザー</a:t>
            </a:r>
            <a:r>
              <a:rPr lang="en-US" altLang="ja-JP" dirty="0"/>
              <a:t>/</a:t>
            </a:r>
            <a:r>
              <a:rPr lang="ja-JP" altLang="en-US" dirty="0"/>
              <a:t>グループと</a:t>
            </a:r>
            <a:r>
              <a:rPr lang="en-US" altLang="ja-JP" dirty="0"/>
              <a:t>Permission Set</a:t>
            </a:r>
            <a:r>
              <a:rPr lang="ja-JP" altLang="en-US" dirty="0"/>
              <a:t>の割り当て）</a:t>
            </a:r>
          </a:p>
          <a:p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AWS</a:t>
            </a:r>
            <a:r>
              <a:rPr lang="ja-JP" altLang="en-US" dirty="0"/>
              <a:t>アカウント（リソース実体が存在する単位）</a:t>
            </a:r>
          </a:p>
          <a:p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Terraform</a:t>
            </a:r>
            <a:r>
              <a:rPr lang="ja-JP" altLang="en-US" dirty="0"/>
              <a:t>（</a:t>
            </a:r>
            <a:r>
              <a:rPr lang="en-US" altLang="ja-JP" dirty="0"/>
              <a:t>AWS</a:t>
            </a:r>
            <a:r>
              <a:rPr lang="ja-JP" altLang="en-US" dirty="0"/>
              <a:t>リソースの</a:t>
            </a:r>
            <a:r>
              <a:rPr lang="en-US" altLang="ja-JP" dirty="0" err="1"/>
              <a:t>IaC</a:t>
            </a:r>
            <a:r>
              <a:rPr lang="ja-JP" altLang="en-US" dirty="0"/>
              <a:t>自動化ツール）</a:t>
            </a: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6975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C80330-714C-2276-B9DB-F424303C7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## </a:t>
            </a:r>
            <a:r>
              <a:rPr lang="ja-JP" altLang="en-US" b="1" dirty="0"/>
              <a:t>各機能・リソースの関係性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93DA73-A1A4-A203-ABDA-C0E61E616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Organizations</a:t>
            </a:r>
            <a:r>
              <a:rPr lang="ja-JP" altLang="en-US" dirty="0"/>
              <a:t>：マルチアカウント環境の統制基盤。</a:t>
            </a:r>
            <a:r>
              <a:rPr lang="en-US" altLang="ja-JP" dirty="0"/>
              <a:t>Identity Center</a:t>
            </a:r>
            <a:r>
              <a:rPr lang="ja-JP" altLang="en-US" dirty="0"/>
              <a:t>やアカウントの親となる。</a:t>
            </a:r>
          </a:p>
          <a:p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IAM Identity Center</a:t>
            </a:r>
            <a:r>
              <a:rPr lang="ja-JP" altLang="en-US" dirty="0"/>
              <a:t>：ユーザー・グループ・</a:t>
            </a:r>
            <a:r>
              <a:rPr lang="en-US" altLang="ja-JP" dirty="0"/>
              <a:t>Permission Set</a:t>
            </a:r>
            <a:r>
              <a:rPr lang="ja-JP" altLang="en-US" dirty="0"/>
              <a:t>を管理し、</a:t>
            </a:r>
            <a:r>
              <a:rPr lang="en-US" altLang="ja-JP" dirty="0"/>
              <a:t>AWS</a:t>
            </a:r>
            <a:r>
              <a:rPr lang="ja-JP" altLang="en-US" dirty="0"/>
              <a:t>アカウントへのアクセス権限を一元管理。</a:t>
            </a:r>
          </a:p>
          <a:p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Permission Set</a:t>
            </a:r>
            <a:r>
              <a:rPr lang="ja-JP" altLang="en-US" dirty="0"/>
              <a:t>：</a:t>
            </a:r>
            <a:r>
              <a:rPr lang="en-US" altLang="ja-JP" dirty="0"/>
              <a:t>AWS</a:t>
            </a:r>
            <a:r>
              <a:rPr lang="ja-JP" altLang="en-US" dirty="0"/>
              <a:t>リソースへのアクセス権限（ロール）をテンプレート化し、ユーザーやグループに割り当てる。</a:t>
            </a:r>
          </a:p>
          <a:p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Account Assignment</a:t>
            </a:r>
            <a:r>
              <a:rPr lang="ja-JP" altLang="en-US" dirty="0"/>
              <a:t>：ユーザー</a:t>
            </a:r>
            <a:r>
              <a:rPr lang="en-US" altLang="ja-JP" dirty="0"/>
              <a:t>/</a:t>
            </a:r>
            <a:r>
              <a:rPr lang="ja-JP" altLang="en-US" dirty="0"/>
              <a:t>グループと</a:t>
            </a:r>
            <a:r>
              <a:rPr lang="en-US" altLang="ja-JP" dirty="0"/>
              <a:t>Permission Set</a:t>
            </a:r>
            <a:r>
              <a:rPr lang="ja-JP" altLang="en-US" dirty="0"/>
              <a:t>を、特定の</a:t>
            </a:r>
            <a:r>
              <a:rPr lang="en-US" altLang="ja-JP" dirty="0"/>
              <a:t>AWS</a:t>
            </a:r>
            <a:r>
              <a:rPr lang="ja-JP" altLang="en-US" dirty="0"/>
              <a:t>アカウントに紐付ける。</a:t>
            </a:r>
          </a:p>
          <a:p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Terraform</a:t>
            </a:r>
            <a:r>
              <a:rPr lang="ja-JP" altLang="en-US" dirty="0"/>
              <a:t>：これらのリソースをコードで一元管理・自動化するためのツール。</a:t>
            </a:r>
          </a:p>
        </p:txBody>
      </p:sp>
    </p:spTree>
    <p:extLst>
      <p:ext uri="{BB962C8B-B14F-4D97-AF65-F5344CB8AC3E}">
        <p14:creationId xmlns:p14="http://schemas.microsoft.com/office/powerpoint/2010/main" val="2037259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02A64F-1C30-D2CA-A7B3-09A12435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## </a:t>
            </a:r>
            <a:r>
              <a:rPr lang="ja-JP" altLang="en-US" b="1" dirty="0"/>
              <a:t>今回何が出来なかったのか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F67B21-30BF-2709-BDF7-6F150B841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AWS Organizations</a:t>
            </a:r>
            <a:r>
              <a:rPr lang="ja-JP" altLang="en-US" dirty="0"/>
              <a:t>の管理権限がなかったため、</a:t>
            </a:r>
          </a:p>
          <a:p>
            <a:r>
              <a:rPr lang="ja-JP" altLang="en-US" dirty="0"/>
              <a:t>    </a:t>
            </a:r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SSO</a:t>
            </a:r>
            <a:r>
              <a:rPr lang="ja-JP" altLang="en-US" dirty="0"/>
              <a:t>（</a:t>
            </a:r>
            <a:r>
              <a:rPr lang="en-US" altLang="ja-JP" dirty="0"/>
              <a:t>IAM Identity Center</a:t>
            </a:r>
            <a:r>
              <a:rPr lang="ja-JP" altLang="en-US" dirty="0"/>
              <a:t>）の</a:t>
            </a:r>
            <a:r>
              <a:rPr lang="en-US" altLang="ja-JP" dirty="0"/>
              <a:t>Permission Set</a:t>
            </a:r>
            <a:r>
              <a:rPr lang="ja-JP" altLang="en-US" dirty="0"/>
              <a:t>や</a:t>
            </a:r>
            <a:r>
              <a:rPr lang="en-US" altLang="ja-JP" dirty="0"/>
              <a:t>Account Assignment</a:t>
            </a:r>
            <a:r>
              <a:rPr lang="ja-JP" altLang="en-US" dirty="0"/>
              <a:t>を</a:t>
            </a:r>
            <a:r>
              <a:rPr lang="en-US" altLang="ja-JP" dirty="0"/>
              <a:t>Terraform</a:t>
            </a:r>
            <a:r>
              <a:rPr lang="ja-JP" altLang="en-US" dirty="0"/>
              <a:t>で自動化できなかった</a:t>
            </a:r>
          </a:p>
          <a:p>
            <a:r>
              <a:rPr lang="ja-JP" altLang="en-US" dirty="0"/>
              <a:t>    </a:t>
            </a:r>
            <a:r>
              <a:rPr lang="en-US" altLang="ja-JP" dirty="0"/>
              <a:t>-</a:t>
            </a:r>
            <a:r>
              <a:rPr lang="ja-JP" altLang="en-US" dirty="0"/>
              <a:t> </a:t>
            </a:r>
            <a:r>
              <a:rPr lang="en-US" altLang="ja-JP" dirty="0"/>
              <a:t>SSO</a:t>
            </a:r>
            <a:r>
              <a:rPr lang="ja-JP" altLang="en-US" dirty="0"/>
              <a:t>ユーザー・グループの作成はできたが、権限割り当てができず、</a:t>
            </a:r>
            <a:r>
              <a:rPr lang="en-US" altLang="ja-JP" dirty="0"/>
              <a:t>SSO</a:t>
            </a:r>
            <a:r>
              <a:rPr lang="ja-JP" altLang="en-US" dirty="0"/>
              <a:t>ログインしても何も操作できなかった</a:t>
            </a:r>
          </a:p>
          <a:p>
            <a:r>
              <a:rPr lang="en-US" altLang="ja-JP" dirty="0"/>
              <a:t>-</a:t>
            </a:r>
            <a:r>
              <a:rPr lang="ja-JP" altLang="en-US" dirty="0"/>
              <a:t> 本来やりたかった「エンタープライズ基準の</a:t>
            </a:r>
            <a:r>
              <a:rPr lang="en-US" altLang="ja-JP" dirty="0"/>
              <a:t>SSO</a:t>
            </a:r>
            <a:r>
              <a:rPr lang="ja-JP" altLang="en-US" dirty="0"/>
              <a:t>権限管理の自動化」は未達成</a:t>
            </a:r>
          </a:p>
          <a:p>
            <a:r>
              <a:rPr lang="en-US" altLang="ja-JP" dirty="0"/>
              <a:t>-</a:t>
            </a:r>
            <a:r>
              <a:rPr lang="ja-JP" altLang="en-US" dirty="0"/>
              <a:t> ただし、ユーザー・グループ管理や運用台帳の整備、将来の自動化設計準備は進めることができた</a:t>
            </a:r>
          </a:p>
        </p:txBody>
      </p:sp>
    </p:spTree>
    <p:extLst>
      <p:ext uri="{BB962C8B-B14F-4D97-AF65-F5344CB8AC3E}">
        <p14:creationId xmlns:p14="http://schemas.microsoft.com/office/powerpoint/2010/main" val="1466339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FFB8C8-8AFE-700C-40A9-5CA1600B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F20B04C-49F5-4A8E-552B-36ADD5E07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86" y="2090057"/>
            <a:ext cx="5948940" cy="257991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45ABD6-914A-7940-3641-B673513FC5F9}"/>
              </a:ext>
            </a:extLst>
          </p:cNvPr>
          <p:cNvSpPr/>
          <p:nvPr/>
        </p:nvSpPr>
        <p:spPr>
          <a:xfrm>
            <a:off x="4604657" y="4114800"/>
            <a:ext cx="1621869" cy="5551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6CD32C-D5D0-B4E5-275B-EF71D75F39DB}"/>
              </a:ext>
            </a:extLst>
          </p:cNvPr>
          <p:cNvSpPr txBox="1"/>
          <p:nvPr/>
        </p:nvSpPr>
        <p:spPr>
          <a:xfrm>
            <a:off x="4767943" y="4884674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ここのアドレスからログイン出来るけど何もできない</a:t>
            </a:r>
          </a:p>
        </p:txBody>
      </p:sp>
    </p:spTree>
    <p:extLst>
      <p:ext uri="{BB962C8B-B14F-4D97-AF65-F5344CB8AC3E}">
        <p14:creationId xmlns:p14="http://schemas.microsoft.com/office/powerpoint/2010/main" val="740386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373</Words>
  <Application>Microsoft Office PowerPoint</Application>
  <PresentationFormat>ワイド画面</PresentationFormat>
  <Paragraphs>25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## 登場するAWSの主な機能・リソース</vt:lpstr>
      <vt:lpstr>## 各機能・リソースの関係性</vt:lpstr>
      <vt:lpstr>## 今回何が出来なかったのか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Yoshida, Hiroshi (SMOJ)</dc:creator>
  <cp:lastModifiedBy>Yoshida, Hiroshi (SMOJ)</cp:lastModifiedBy>
  <cp:revision>1</cp:revision>
  <dcterms:created xsi:type="dcterms:W3CDTF">2026-05-02T12:24:24Z</dcterms:created>
  <dcterms:modified xsi:type="dcterms:W3CDTF">2026-05-02T12:35:12Z</dcterms:modified>
</cp:coreProperties>
</file>